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Corp: FY24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Executive Steering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grew 20% year over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FY24 revenue reached $50M, up from $41.7M in FY23.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expanded into three new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market entry in APAC, EMEA, and LATAM drove incremental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